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92" r:id="rId43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3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Platform 300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 Architect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Design. Decide. Defend.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AF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PP300 — Army National Guard Enterprise Edition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Active Duty Pay System Capstone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A4A1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10360152" cy="4389120"/>
          </a:xfrm>
          <a:prstGeom prst="rect">
            <a:avLst/>
          </a:prstGeom>
          <a:solidFill>
            <a:srgbClr val="3A4A18"/>
          </a:solidFill>
          <a:ln w="25400">
            <a:solidFill>
              <a:srgbClr val="C8A84B"/>
            </a:solidFill>
            <a:prstDash val="solid"/>
          </a:ln>
          <a:effectLst>
            <a:outerShdw sx="100000" sy="100000" kx="0" ky="0" algn="bl" rotWithShape="0" blurRad="38100" dist="25400" dir="2700000">
              <a:srgbClr val="333333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548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9418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imperfect UI. Never ship an imperfect data model.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pay system, the data model is legally binding.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James Crandall, REDM Playbook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PP300 Is — Architect Track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do: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Design a 9-table system that tracks soldier attendance, generates PERSTAT reports, and calculates state pay.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Write Architecture Decision Records for every major design choice.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Defend your decisions under challenge from a technical panel.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 not: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Not a tutorial. Not a 'follow the instructor' course.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Not PP200 with harder content. The mindset shifts from building to designing.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4B5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system: State Active Duty Pay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Soldiers check in/out daily via Canvas App.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S1 manages rosters and generates PERSTAT per Task Force.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Finance applies rank-based pay rates and produces state cost reports.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data model is wrong, soldiers get paid wrong. Get it right.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 CHECKPOINT — Before We Start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9144000" cy="658368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914400"/>
            <a:ext cx="2103120" cy="658368"/>
          </a:xfrm>
          <a:prstGeom prst="rect">
            <a:avLst/>
          </a:prstGeom>
          <a:solidFill>
            <a:srgbClr val="FFF8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build a 3-table Dataverse schema with lookups in under 30 minutes?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92640" y="960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/ No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0" y="1737360"/>
            <a:ext cx="210312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8308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create a Model-Driven App with a custom sitemap and security roles?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0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/ No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9144000" cy="658368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2560320"/>
            <a:ext cx="2103120" cy="658368"/>
          </a:xfrm>
          <a:prstGeom prst="rect">
            <a:avLst/>
          </a:prstGeom>
          <a:solidFill>
            <a:srgbClr val="FFF8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0604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write Patch() to insert a record and Filter() to query with a condition?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92640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/ No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0" y="3383280"/>
            <a:ext cx="210312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2900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build a Power Automate flow triggered by Dataverse with branching logic?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92640" y="3429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/ No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9144000" cy="658368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0" y="4206240"/>
            <a:ext cx="2103120" cy="658368"/>
          </a:xfrm>
          <a:prstGeom prst="rect">
            <a:avLst/>
          </a:prstGeom>
          <a:solidFill>
            <a:srgbClr val="FFF8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5196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export a managed solution and import it to a second environment?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92640" y="42519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/ No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502920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2640" y="5029200"/>
            <a:ext cx="210312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07492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explain the difference between managed and unmanaged solutions without looking it up?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92640" y="5074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/ No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or more 'No' answers → talk to your instructor now. PP200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— State Active Duty Pay System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tables: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sad_soldier · sad_taskforce (self-referential) · sad_sadorder · sad_checkin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sad_rankrate · sad_perstat · sad_perstatline · sad_payperiod · sad_payline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Power Automate flows: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Scheduled PERSTAT generation (daily 0600)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Check-in validation (prevent duplicate check-in)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Pay calculation (snapshot rate × days/hours worked)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Architecture Decision Records: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Task Force hierarchy · S1 security model · Pay rate snapshot · PERSTAT generation method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apps + 1 deployment: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Canvas App (Soldier check-in/out) + MDA (S1 management) + Managed solution in TEST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domain runs all 5 days — complexity builds layer by layer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11686032" cy="68580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73152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EAF0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B5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4B5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Environment Strategy &amp; ALM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4754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pipeline before you build the system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6217920"/>
            <a:ext cx="10058400" cy="36576"/>
          </a:xfrm>
          <a:prstGeom prst="rect">
            <a:avLst/>
          </a:prstGeom>
          <a:solidFill>
            <a:srgbClr val="4B532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1: Environment Strategy &amp; ALM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today, you will be able to: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1463040"/>
            <a:ext cx="10607040" cy="594360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508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DEV / TEST / PROD environment strategy with documented purpose for each tier.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231136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3113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88720" y="2231136"/>
            <a:ext cx="10607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2768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 custom publisher (prefix: sad_) and create the solution with correct components.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999232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9923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88720" y="2999232"/>
            <a:ext cx="10607040" cy="594360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04495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managed and unmanaged solutions — explain when each is appropriate.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673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88720" y="3767328"/>
            <a:ext cx="10607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8130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to TEST and resolve connection reference gaps without editing the flow.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535424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3542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88720" y="4535424"/>
            <a:ext cx="10607040" cy="594360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45811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configurable values (approver email, TF defaults) via Environment Variables.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5303520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3035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88720" y="5303520"/>
            <a:ext cx="10607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53492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solution export/import using Power Platform CLI from the terminal.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Architecture for SAD Pay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4B5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— Where the system is built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Unmanaged. Developer-owned. No real soldier data.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Test users with fake DoD IDs and placeholder pay rates.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— Where the system is validated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Managed solutions only. UAT with S1 and Finance Officer roles.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Real-looking data: accurate rank/pay rates, realistic TF structure.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 — Where soldiers get paid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Managed solutions only. No development. No exceptions.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Access restricted to admin accounts — no developer personal connections.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SAD-specific ENV VARS: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sad_FinanceApproverEmail · sad_DefaultPayType · sad_PERSTATGenerationTime · sad_StateCode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prefix: sad_  |  Naming: ARNG-SAD-DEV, ARNG-SAD-TEST, ARNG-SAD-PROD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A4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Environment Setup &amp; Solution Creation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875520" y="91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4980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Create DEV and TEST Power Platform environments with developer tier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Create publisher: prefix = sad, display name = SAD Pay Solutions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Create solution: 'State Active Duty Pay System' with your publisher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Create 4 Environment Variables: sad_FinanceApproverEmail (Text), sad_DefaultPayType (Text), sad_PERSTATTime (Text), sad_StateCode (Text)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Export solution as UNMANAGED. Open the zip — explore the XML.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Export solution as MANAGED. Compare file sizes.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Import MANAGED to TEST environment. Set Environment Variable values for TEST.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Run pac auth create and pac solution export from terminal — verify CLI works.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822960"/>
            <a:ext cx="3657600" cy="5760720"/>
          </a:xfrm>
          <a:prstGeom prst="roundRect">
            <a:avLst>
              <a:gd name="adj" fmla="val 2500"/>
            </a:avLst>
          </a:prstGeom>
          <a:solidFill>
            <a:srgbClr val="FFF8DC"/>
          </a:solidFill>
          <a:ln w="12700">
            <a:solidFill>
              <a:srgbClr val="8B75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1325880"/>
            <a:ext cx="32918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sad_ prefix matters — all custom tables and flows will carry it.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 sad_DefaultPayType: use 'Daily' in DEV, confirm with instructor for PROD value.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issue: managed import to wrong env tier. Verify TEST before import.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11686032" cy="68580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73152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EAF0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B5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4B5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Architecture at Scale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4754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tables. Every decision documented. No going back.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6217920"/>
            <a:ext cx="10058400" cy="36576"/>
          </a:xfrm>
          <a:prstGeom prst="rect">
            <a:avLst/>
          </a:prstGeom>
          <a:solidFill>
            <a:srgbClr val="4B532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2: Data Architecture at Scale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today, you will be able to: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1463040"/>
            <a:ext cx="10607040" cy="594360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508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all 9 SAD tables as System of Record or Moment of Action with written justification.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231136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3113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88720" y="2231136"/>
            <a:ext cx="10607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2768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build the self-referential sad_taskforce table — ParentTaskForce lookup.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999232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9923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88720" y="2999232"/>
            <a:ext cx="10607040" cy="594360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04495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the snapshot pattern: explain why sad_payline must copy the rate, not link to it.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673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88720" y="3767328"/>
            <a:ext cx="10607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8130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4-layer security model: Baseline, S1 (Teams-based), Finance, Admin.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535424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3542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88720" y="4535424"/>
            <a:ext cx="10607040" cy="594360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45811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field-level security to pay-sensitive columns: RateAmount, TotalCost.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5303520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3035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88720" y="5303520"/>
            <a:ext cx="10607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53492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the full 9-table ERD and survive peer review.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 System — SoR vs. MoA Framework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of Record (persist, authoritative, auditable):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sad_soldier — the soldier exists before and after any activation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sad_taskforce — the TF structure is the mission framework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sad_sadorder — legal record of the activation period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sad_rankrate — pay schedule (state-managed, versioned by EffectiveDate)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sad_perstat — official daily attendance record for records retention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sad_payperiod + sad_payline — the financial record of what was paid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Moments of Action (transient capture):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sad_checkin — captured at point of arrival/departure by the soldier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sad_perstatline — generated from check-in data; summary for the PERSTAT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Would an auditor ask to see this record in 3 years? → System of Record.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Is it an event that feeds a record? → Moment of Action.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architect decision starts here. Wrong classification = wrong schema.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1: Task Force Hierarchy — How to Model 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F0F4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Considered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Self-referential lookup — one sad_taskforce table, ParentTaskForce points to itself. N levels deep.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Separate tables per level — TaskForceBrigade, TaskForceBattalion, etc. Typed hierarchy.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C: Flat list + TFType Choice column — no parent-child, just categorize by level.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822960"/>
            <a:ext cx="6126480" cy="3474720"/>
          </a:xfrm>
          <a:prstGeom prst="roundRect">
            <a:avLst>
              <a:gd name="adj" fmla="val 2632"/>
            </a:avLst>
          </a:prstGeom>
          <a:solidFill>
            <a:srgbClr val="EAF0DC"/>
          </a:solidFill>
          <a:ln w="12700">
            <a:solidFill>
              <a:srgbClr val="4B53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9144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325880"/>
            <a:ext cx="5760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Self-referential lookup.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table. One relationship. ParentTaskForce = Lookup to sad_taskforce.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'Hierarchy Settings' in table settings to get the tree visualization in MDA.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4480560"/>
            <a:ext cx="11612880" cy="2103120"/>
          </a:xfrm>
          <a:prstGeom prst="roundRect">
            <a:avLst>
              <a:gd name="adj" fmla="val 4348"/>
            </a:avLst>
          </a:prstGeom>
          <a:solidFill>
            <a:srgbClr val="FFF8DC"/>
          </a:solidFill>
          <a:ln w="12700">
            <a:solidFill>
              <a:srgbClr val="8B7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Positive: Clean. Handles any depth. MDA has native hierarchy view. Negative: Cannot use rollup columns across hierarchy levels — Dataverse rollups don't traverse parent-child. You need Power Automate to aggregate cost data up the tree. This is a known Dataverse architectural constraint — document it.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Self-Referential Lookup — How It Works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Create sad_taskforce with standard columns (Name, TFType, Status, StartDate)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Add a Lookup column on sad_taskforce pointing to sad_taskforce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Column name: ParentTaskForce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Related table: sad_taskforce (same table)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This creates the parent-child relationship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Enable Hierarchy Settings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Table Settings → Enable Hierarchy → set ParentTaskForce as hierarchy column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Now MDA shows the tree visualization automatically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The tree in MDA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JTF-Alpha (top — no parent)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1-141 Infantry Battalion (parent = JTF-Alpha)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 Alpha Company (parent = 1-141 IN BN)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Rollup columns don't traverse the parent-child tree. You can only roll up direct children.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Cross-hierarchy aggregation requires a scheduled Power Automate traversal.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lookup column. Infinite depth. The simplest correct solution.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2: S1 Security — How to Grant Access Per Task Force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F0F4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Considered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Dataverse Teams — create a Team per TF; S1 assigned to TF → added to Team → inherits security role.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Business Units per TF — each TF is a BU. S1's BU determines data visibility.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C: Manual role assignment — someone manually updates S1 security role access per TF.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822960"/>
            <a:ext cx="6126480" cy="3474720"/>
          </a:xfrm>
          <a:prstGeom prst="roundRect">
            <a:avLst>
              <a:gd name="adj" fmla="val 2632"/>
            </a:avLst>
          </a:prstGeom>
          <a:solidFill>
            <a:srgbClr val="EAF0DC"/>
          </a:solidFill>
          <a:ln w="12700">
            <a:solidFill>
              <a:srgbClr val="4B53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9144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325880"/>
            <a:ext cx="5760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Dataverse Teams (Flow-managed).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triggered when S1Officer field is set on sad_taskforce: auto-adds that user to the corresponding TF Team. Team has S1 security role.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S1 is removed or TF deactivated: flow removes user from team.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4480560"/>
            <a:ext cx="11612880" cy="2103120"/>
          </a:xfrm>
          <a:prstGeom prst="roundRect">
            <a:avLst>
              <a:gd name="adj" fmla="val 4348"/>
            </a:avLst>
          </a:prstGeom>
          <a:solidFill>
            <a:srgbClr val="FFF8DC"/>
          </a:solidFill>
          <a:ln w="12700">
            <a:solidFill>
              <a:srgbClr val="8B7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Positive: Dynamic. No manual admin work after setup. Scales to N task forces.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Negative: Requires a flow to manage team membership. Team cleanup on TF deactivation needs its own flow. If the flow fails, S1 loses access — build alerting into the catch scope.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FLS — What Finance Can See That Soldiers Cannot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with Field-Level Security in SAD Pay: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sad_rankrate.sad_DailyRate (Currency)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Finance Officer: Read/Write — sets and adjusts rates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S1: No access — manages attendance, not pay rates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Soldier: No access — never sees pay rate data in app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sad_payline.sad_TotalCost (Currency)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Finance Officer: Read — reviews and approves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S1: No access — does not see pay amounts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Soldier: No access — not exposed in Canvas App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Column → Field Security → Enable → Create FLS Profile → assign to Finance and Admin teams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4B5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just use the security role?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Table-level security grants/denies the table. FLS controls specific columns within a table that an otherwise-authorized user can access.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Table-level = the front door. FLS = the safe inside.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A4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Capstone Schema Build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875520" y="91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4980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Paper first: draw all 9 tables. Mark SoR vs. MoA, key relationships, cardinality.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In Dataverse (via solution): create all 9 tables with required columns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sad_taskforce: add ParentTaskForce lookup (same table), enable Hierarchy Settings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sad_rankrate: add alternate key on RankAbbreviation. Add EffectiveDate column.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sad_payline: add SnapshotRate (Currency) column. This is where the rate gets copied at calc time.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sad_checkin: add HoursWorked as calculated column: DateDiff(sad_CheckInTime, sad_CheckOutTime, Hour)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Create 4 security roles: SAD-Baseline, SAD-S1, SAD-Finance, SAD-Admin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Apply FLS: enable on sad_DailyRate and sad_TotalCost. Create Finance FLS Profile.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822960"/>
            <a:ext cx="3657600" cy="5760720"/>
          </a:xfrm>
          <a:prstGeom prst="roundRect">
            <a:avLst>
              <a:gd name="adj" fmla="val 2500"/>
            </a:avLst>
          </a:prstGeom>
          <a:solidFill>
            <a:srgbClr val="FFF8DC"/>
          </a:solidFill>
          <a:ln w="12700">
            <a:solidFill>
              <a:srgbClr val="8B75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1325880"/>
            <a:ext cx="32918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HoursWorked calculated column: only resolves when CheckOutTime is not null.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 Settings: Table → Settings → Enable Hierarchy. Not visible until at least one row exists.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sad_payline.SnapshotRate: Currency type, NOT a lookup. This is the snapshot — it never links back.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11686032" cy="68580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73152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EAF0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B5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4B5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 &amp; Automation Architecture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4754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flows. Every one resilient. Every one ALM-portable.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6217920"/>
            <a:ext cx="10058400" cy="36576"/>
          </a:xfrm>
          <a:prstGeom prst="rect">
            <a:avLst/>
          </a:prstGeom>
          <a:solidFill>
            <a:srgbClr val="4B5320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3: Integration &amp; Automation Architecture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today, you will be able to: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1463040"/>
            <a:ext cx="10607040" cy="594360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508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scheduled PERSTAT flow: runs daily at 0600, creates sad_perstat + lines for each active TF.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231136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3113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88720" y="2231136"/>
            <a:ext cx="10607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2768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check-in validation flow: prevents duplicate check-in for a soldier on the same order.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999232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9923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88720" y="2999232"/>
            <a:ext cx="10607040" cy="594360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04495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pay calculation flow: computes TotalCost using SnapshotRate × days or hours worked.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673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88720" y="3767328"/>
            <a:ext cx="10607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8130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Try / Catch / Finally to all three flows.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535424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3542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88720" y="4535424"/>
            <a:ext cx="10607040" cy="594360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45811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Connection References and Environment Variables in all flows — no hard-coded values.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5303520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3035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88720" y="5303520"/>
            <a:ext cx="10607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53492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API request load for the PERSTAT flow and verify it fits within license limits.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Flows — Architecture Overview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4B5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1: PERSTAT Generation (Scheduled, 0600 daily)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Query all active sad_taskforce records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For each TF: create sad_perstat for today's date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For each SAD order linked to that TF: query check-in for today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Create sad_perstatline: Present (check-in found), Absent (no check-in)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2: Check-in Validation (Triggered on sad_checkin creation)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Query: is there an existing sad_checkin for this Soldier + SADOrder where CheckOutTime is null?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If yes → set sad_checkin Status = 'Duplicate', send notification, terminate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If no → set Status = 'CheckedIn', proceed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3: Pay Calculation (Triggered on sad_payperiod status change to Submitted)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For each sad_sadorder in the pay period's TF and date range: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Retrieve sad_rankrate for soldier's rank (by RankAbbreviation alt key)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Create sad_payline with SnapshotRate = sad_rankrate.DailyRate (copy, not link)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Calculate TotalCost = DaysWorked × SnapshotRate (or HoursWorked × HourlySnapshotRate)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flow has a single job. Separate flows are easier to maintain and debug.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3: Pay Rate Storage — Snapshot vs. Live Lookup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F0F4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Considered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sad_payline stores a lookup to sad_rankrate. TotalCost = DaysWorked × sad_rankrate.DailyRate (live, always current).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sad_payline copies DailyRate to a SnapshotRate column at calculation time. TotalCost uses the snapshot.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C: Calculate on the fly in a Canvas App — no stored cost, compute at display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822960"/>
            <a:ext cx="6126480" cy="3474720"/>
          </a:xfrm>
          <a:prstGeom prst="roundRect">
            <a:avLst>
              <a:gd name="adj" fmla="val 2632"/>
            </a:avLst>
          </a:prstGeom>
          <a:solidFill>
            <a:srgbClr val="EAF0DC"/>
          </a:solidFill>
          <a:ln w="12700">
            <a:solidFill>
              <a:srgbClr val="4B53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9144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325880"/>
            <a:ext cx="5760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Snapshot pattern.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time pay is calculated, copy sad_rankrate.DailyRate into sad_payline.SnapshotRate. TotalCost = DaysWorked × SnapshotRate.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payline is created, SnapshotRate never changes — even if sad_rankrate is updated.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4480560"/>
            <a:ext cx="11612880" cy="2103120"/>
          </a:xfrm>
          <a:prstGeom prst="roundRect">
            <a:avLst>
              <a:gd name="adj" fmla="val 4348"/>
            </a:avLst>
          </a:prstGeom>
          <a:solidFill>
            <a:srgbClr val="FFF8DC"/>
          </a:solidFill>
          <a:ln w="12700">
            <a:solidFill>
              <a:srgbClr val="8B7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Positive: Historically accurate. Audit-safe. Legal requirement for payroll records — you must be able to prove what rate was in effect on the date of service. Negative: Rate changes don't auto-propagate to existing paylines. Requires re-calculation flow if error correction is needed. Document the recalculation process in the ADR.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Validation — The Duplicate Guard Pattern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A soldier submits two check-ins before checking out.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Without validation: two open check-in records, pay calculated twice.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Flow Logic: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Trigger: When sad_checkin row is created (Dataverse trigger)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Step 1 (inside Try): List rows from sad_checkin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Filter: sad_Soldier = trigger.sad_Soldier AND sad_SADOrder = trigger.sad_SADOrder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AND sad_CheckOutTime = null AND sad_checkinid != trigger.sad_checkinid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Step 2: If list length &gt; 0 → duplicate found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Update the new checkin: Status = 'Duplicate - Rejected'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Send notification to soldier's email via Env Var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Terminate flow (Cancelled)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Step 3: If no duplicate → Update Status = 'Active'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4B5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validate in Canvas App: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Before showing the Check-In button, query for open check-in: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If(CountRows(Filter(CheckIns, Soldier=me AND Order=myOrder AND CheckOut=blank)) &gt; 0, disable button)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depth: Canvas prevents the mistake. Flow catches it if it happens anyway.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4: PERSTAT Generation — Scheduled vs. On-Demand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F0F4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Considered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Scheduled flow at 0600 daily — auto-generates PERSTAT for all active TFs without S1 action.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S1 manually triggers from MDA — full control, only when needed.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C: Both — scheduled for overnight generation, S1 can regenerate or amend.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822960"/>
            <a:ext cx="6126480" cy="3474720"/>
          </a:xfrm>
          <a:prstGeom prst="roundRect">
            <a:avLst>
              <a:gd name="adj" fmla="val 2632"/>
            </a:avLst>
          </a:prstGeom>
          <a:solidFill>
            <a:srgbClr val="EAF0DC"/>
          </a:solidFill>
          <a:ln w="12700">
            <a:solidFill>
              <a:srgbClr val="4B53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9144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325880"/>
            <a:ext cx="5760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C: Both — Scheduled + On-Demand.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flow runs at 0600 and generates a Draft PERSTAT. S1 reviews, amends any lines, and publishes. If the scheduled flow fails, S1 can trigger generation from the MDA via a custom button.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4480560"/>
            <a:ext cx="11612880" cy="2103120"/>
          </a:xfrm>
          <a:prstGeom prst="roundRect">
            <a:avLst>
              <a:gd name="adj" fmla="val 4348"/>
            </a:avLst>
          </a:prstGeom>
          <a:solidFill>
            <a:srgbClr val="FFF8DC"/>
          </a:solidFill>
          <a:ln w="12700">
            <a:solidFill>
              <a:srgbClr val="8B7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Positive: Consistent daily records even when S1 is occupied. Provides a draft to review rather than a blank form.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Negative: More complex to build — two trigger paths for same output. Scheduled flow failures need alerting. Define what happens if a PERSTAT already exists for today's date — don't create a duplicate (idempotency check).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Limits — PERSTAT Flow at Scale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590038" cy="5303520"/>
          </a:xfrm>
          <a:prstGeom prst="roundRect">
            <a:avLst>
              <a:gd name="adj" fmla="val 3530"/>
            </a:avLst>
          </a:prstGeom>
          <a:solidFill>
            <a:srgbClr val="EAF0DC"/>
          </a:solidFill>
          <a:ln w="12700">
            <a:solidFill>
              <a:srgbClr val="4B53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259003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B5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74320" y="3474720"/>
            <a:ext cx="25900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Soldiers on SAD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114800"/>
            <a:ext cx="25900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Hypothetical large activation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21558" y="914400"/>
            <a:ext cx="2590038" cy="5303520"/>
          </a:xfrm>
          <a:prstGeom prst="roundRect">
            <a:avLst>
              <a:gd name="adj" fmla="val 3530"/>
            </a:avLst>
          </a:prstGeom>
          <a:solidFill>
            <a:srgbClr val="F0F4FF"/>
          </a:solidFill>
          <a:ln w="12700">
            <a:solidFill>
              <a:srgbClr val="4B53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1558" y="1371600"/>
            <a:ext cx="259003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B5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321558" y="3474720"/>
            <a:ext cx="25900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Task Forces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21558" y="4114800"/>
            <a:ext cx="25900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hierarchy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68796" y="914400"/>
            <a:ext cx="2590038" cy="5303520"/>
          </a:xfrm>
          <a:prstGeom prst="roundRect">
            <a:avLst>
              <a:gd name="adj" fmla="val 3530"/>
            </a:avLst>
          </a:prstGeom>
          <a:solidFill>
            <a:srgbClr val="EAF0DC"/>
          </a:solidFill>
          <a:ln w="12700">
            <a:solidFill>
              <a:srgbClr val="4B53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8796" y="1371600"/>
            <a:ext cx="259003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B5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10K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6368796" y="3474720"/>
            <a:ext cx="25900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Calls/Day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68796" y="4114800"/>
            <a:ext cx="25900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PERSTAT flow alone at full scale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16034" y="914400"/>
            <a:ext cx="2590038" cy="5303520"/>
          </a:xfrm>
          <a:prstGeom prst="roundRect">
            <a:avLst>
              <a:gd name="adj" fmla="val 3530"/>
            </a:avLst>
          </a:prstGeom>
          <a:solidFill>
            <a:srgbClr val="F0F4FF"/>
          </a:solidFill>
          <a:ln w="12700">
            <a:solidFill>
              <a:srgbClr val="4B53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6034" y="1371600"/>
            <a:ext cx="259003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B5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40K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9416034" y="3474720"/>
            <a:ext cx="25900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Limit/Day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16034" y="4114800"/>
            <a:ext cx="25900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licensed user (Per User plan)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A4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Three-Flow Build Sprint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875520" y="91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min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4980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Flow 1 — PERSTAT: Create scheduled flow. Recurrence: Daily at 06:00.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  Try: List all active sad_taskforce rows.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  For each TF: create sad_perstat (Date=today, TF=current, Status=Draft).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  For each soldier on active SADOrder in that TF: query today's check-in. Create perstatline (Present or Absent).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  Catch: Compose error details. Update sad_perstat status to 'Error'. Send alert to sad_S1AlertEmail Env Var.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Flow 2 — Check-in Validation: Trigger on sad_checkin creation. Filter query for duplicate. Update status.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Flow 3 — Pay Calculation: Trigger on sad_payperiod status=Submitted. Iterate orders in period. Create paylines with SnapshotRate.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Verify all 3 flows use Connection References and Environment Variables only. No hard-coded values.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822960"/>
            <a:ext cx="3657600" cy="5760720"/>
          </a:xfrm>
          <a:prstGeom prst="roundRect">
            <a:avLst>
              <a:gd name="adj" fmla="val 2500"/>
            </a:avLst>
          </a:prstGeom>
          <a:solidFill>
            <a:srgbClr val="FFF8DC"/>
          </a:solidFill>
          <a:ln w="12700">
            <a:solidFill>
              <a:srgbClr val="8B75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1325880"/>
            <a:ext cx="32918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PERSTAT idempotency: check if sad_perstat already exists for TF + Date before creating.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calc: get sad_rankrate by alt key (RankAbbreviation) for type-safe lookup.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References: one for Dataverse, one for email. Both go in solution.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Flow 3 by setting a sad_payperiod status to Submitted manually.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11686032" cy="68580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73152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EAF0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B5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4B5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Architecture &amp; UX Patterns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4754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apps. One data model. Four roles. Zero confusion.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6217920"/>
            <a:ext cx="10058400" cy="36576"/>
          </a:xfrm>
          <a:prstGeom prst="rect">
            <a:avLst/>
          </a:prstGeom>
          <a:solidFill>
            <a:srgbClr val="4B5320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4: App Architecture &amp; UX Patterns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today, you will be able to: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1463040"/>
            <a:ext cx="10607040" cy="594360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508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Soldier Canvas App: check-in and check-out with live status and duplicate guard.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231136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3113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88720" y="2231136"/>
            <a:ext cx="10607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2768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current check-in status dynamically: show 'Checked In' or 'Checked Out' based on open check-in record.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999232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9923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88720" y="2999232"/>
            <a:ext cx="10607040" cy="594360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04495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S1 MDA: roster, PERSTAT review, pay period initiation, Task Force hierarchy view.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673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88720" y="3767328"/>
            <a:ext cx="10607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8130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the hierarchical task force view in the MDA using Dataverse hierarchy settings.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535424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3542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88720" y="4535424"/>
            <a:ext cx="10607040" cy="594360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45811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role-aware UI: soldiers see attendance only; Finance role sees cost columns; S1 sees their TF only.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5303520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3035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88720" y="5303520"/>
            <a:ext cx="10607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53492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full scenario end-to-end: check-in → PERSTAT → pay period → pay calculation.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App — Soldier Check-In UX Design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1: HomeScreen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Show soldier name: Label text = User().FullName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Show current status: query for open check-in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Set(varOpenCheckin, LookUp(sad_checkins, sad_Soldier.sad_soldierid = gblMyId AND IsBlank(sad_CheckOutTime)))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Status label: If(IsBlank(varOpenCheckin), 'Checked Out', 'Checked In — ' &amp; Text(varOpenCheckin.sad_CheckInTime, DateTimeFormat.ShortDateTime))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Button: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Visible: IsBlank(varOpenCheckin)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OnSelect: Patch(sad_checkins, Defaults(sad_checkins), {sad_Soldier: gblMySoldier, sad_SADOrder: gblMyOrder, sad_CheckInTime: Now(), sad_Status: 'PendingValidation'}); Refresh(sad_checkins); Set(varOpenCheckin, ...)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Check-Out Button: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Visible: !IsBlank(varOpenCheckin)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OnSelect: Patch(sad_checkins, varOpenCheckin, {sad_CheckOutTime: Now(), sad_Status: 'CheckedOut'}); Set(varOpenCheckin, Blank())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4B5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The Canvas App is the last line of UX defense. The flow is the last line of data defense.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of Action — the soldier's job is to show up and tap a button. Nothing more.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MDA — What S1 Needs to See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Sitemap Design: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Area: Roster → Soldiers (view), SAD Orders (view + form)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Area: Daily Operations → PERSTAT (view + form), Check-Ins (view)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Area: Pay &amp; Cost → Pay Periods (view + form), Pay Lines (view)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Area: Task Forces → Task Forces (hierarchy view)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MDA Features for SAD: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Hierarchy view on sad_taskforce — visualize the full TF tree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BPF on sad_payperiod: Open → Submitted → Approved → Paid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Quick View on PERSTAT form: embedded view of perstatlines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Dashboard: Active soldier count, today's PERSTAT status, open pay periods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Role-aware columns — Finance only: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TotalCost and RateAmount columns hidden from S1 view configurations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Achieved via FLS (configured Day 2) + excluding from S1-facing views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S1's job: track who's there. Finance's job: calculate what it costs.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A4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Canvas App + MDA Build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875520" y="91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min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4980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Canvas App — HomeScreen: query open check-in. Set varOpenCheckin on App.OnStart.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Canvas App — Check-In button: Visible=IsBlank(varOpenCheckin). OnSelect: Patch new check-in.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Canvas App — Check-Out button: Visible=!IsBlank(varOpenCheckin). OnSelect: Patch CheckOutTime.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Canvas App — MyHistory screen: Gallery of all my check-ins for the current SADOrder. Show HoursWorked.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MDA — Create sitemap with 4 areas: Roster, Daily Operations, Pay &amp; Cost, Task Forces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MDA — Enable hierarchy view on sad_taskforce table (requires at least one row with a parent set)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MDA — Add BPF to sad_payperiod: Open → Submitted → Approved → Paid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MDA — Build dashboard: Present today count (rollup from PERSTAT), Open pay periods count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 End-to-end test: check in as Soldier → check PERSTAT → S1 submits pay period → verify paylines created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822960"/>
            <a:ext cx="3657600" cy="5760720"/>
          </a:xfrm>
          <a:prstGeom prst="roundRect">
            <a:avLst>
              <a:gd name="adj" fmla="val 2500"/>
            </a:avLst>
          </a:prstGeom>
          <a:solidFill>
            <a:srgbClr val="FFF8DC"/>
          </a:solidFill>
          <a:ln w="12700">
            <a:solidFill>
              <a:srgbClr val="8B75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1325880"/>
            <a:ext cx="32918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App.OnStart runs on load — good place for LookUp(sad_soldiers, ...) to get gblMySoldier.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 view: Table Settings → Hierarchy Settings → enable → select ParentTaskForce.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BPF requires the table to have at least one row before you can activate it.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Period test: set Status to 'Submitted' manually in MDA to trigger the pay calc flow.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11686032" cy="68580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73152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EAF0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B5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5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4B5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Governance, Deployment &amp; Defense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4754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it. Own it. Defend it.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6217920"/>
            <a:ext cx="10058400" cy="36576"/>
          </a:xfrm>
          <a:prstGeom prst="rect">
            <a:avLst/>
          </a:prstGeom>
          <a:solidFill>
            <a:srgbClr val="4B5320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11731752" cy="91440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5: Governance, Deployment &amp; Defense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today, you will be able to: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1463040"/>
            <a:ext cx="10607040" cy="594360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508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managed solution from Dev to Test with all flows functional and environment variables set.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231136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3113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88720" y="2231136"/>
            <a:ext cx="10607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2768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all 4 ADRs clearly — context, decision, rationale, and consequences.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999232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9923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88720" y="2999232"/>
            <a:ext cx="10607040" cy="594360"/>
          </a:xfrm>
          <a:prstGeom prst="rect">
            <a:avLst/>
          </a:prstGeom>
          <a:solidFill>
            <a:srgbClr val="EAF0D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04495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 architectural decisions under direct Q&amp;A challenge from the panel.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457200" cy="59436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673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88720" y="3767328"/>
            <a:ext cx="10607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8130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governance requirements for a financial-data Power Platform system.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for Financial Data Systems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Policy for SAD Pay: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Dataverse → Business tier. Office 365 / Teams → Business tier.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Personal connectors (Gmail, personal OneDrive) → Blocked. No pay data leaves the tenant.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Enable Dataverse auditing on sad_payline and sad_payperiod tables.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Audit log captures: who created a payline, who changed SnapshotRate, who approved.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Finance may have legal data retention requirements — document in ADR.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Retention: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State finance records: check with your JAG / finance officer for retention period.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Power Platform does not delete data automatically — build a retention policy or scheduled purge flow.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Ownership: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Who owns PROD? Not the developer. A named admin, ideally a G6 / S6 resource.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Who approves solution deployments to PROD? Formalize the change management process.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is not documentation for its own sake — it is how the system survives personnel turnover.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Defense — What We Expect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(15 min):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0–3 min: Problem — what does this system solve? For whom?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3–9 min: Architecture — walk your 4 ADRs. Show your ERD. Justify your security model.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9–14 min: Live demo — check in as Soldier → S1 reviews PERSTAT → Finance views pay period cost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14–15 min: Lessons learned — what you would change, what surprised you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Q&amp;A (10 min) — questions you will likely get: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Why does sad_payline copy the rate rather than linking to sad_rankrate?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Why a self-referential lookup instead of separate Brigade/Battalion/Company tables?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What happens if the scheduled PERSTAT flow fails at 0600?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How does the system prevent a soldier from checking in twice?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How would you extend this to handle overtime (hours &gt; 8/day)?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'It works' is not an architectural answer. 'I chose X over Y because...' 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the thinking. The demo is evidence. The ADR is the argument.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A4A1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10360152" cy="4389120"/>
          </a:xfrm>
          <a:prstGeom prst="rect">
            <a:avLst/>
          </a:prstGeom>
          <a:solidFill>
            <a:srgbClr val="3A4A18"/>
          </a:solidFill>
          <a:ln w="25400">
            <a:solidFill>
              <a:srgbClr val="C8A84B"/>
            </a:solidFill>
            <a:prstDash val="solid"/>
          </a:ln>
          <a:effectLst>
            <a:outerShdw sx="100000" sy="100000" kx="0" ky="0" algn="bl" rotWithShape="0" blurRad="38100" dist="25400" dir="2700000">
              <a:srgbClr val="333333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548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9418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 owns the schema.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Developers own the code.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own the outcome.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James Crandall, REDM Playbook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B53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PL-600: Power Platform Solution Architect Certification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This course covers the data modeling and ALM objectives directly.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Deployment: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Work with your state G8 / finance office. The system you built this week can serve real soldiers.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The hardest remaining work is not technical — it is data governance and change management.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Extensions for PP400 (if offered):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Azure API Management integration for DFAS connectivity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Power BI embedded in MDA for real-time cost dashboards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CI/CD pipeline with GitHub Actions for automated deployment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4B5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obligation:</a:t>
            </a:r>
            <a:endParaRPr lang="en-US" sz="1600" dirty="0"/>
          </a:p>
          <a:p>
            <a:pPr lvl="1" marL="762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You designed a system that determines how much soldiers get paid. Build it with that weight in mind.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5: FORCAST Integration Boundary — State Operational Data vs. Enterprise Signal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F0F4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Considered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Event-driven — Power Automate triggers on sad_sadorder status change, emits Order record to GAPS immediately. Daily PERSTAT flow runs at 0600 separately.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Scheduled batch — nightly export of all active orders and today’s PERSTAT in a single flow. Simpler to build, higher latency.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C: Both — scheduled for overnight generation, S1 can regenerate or amend.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822960"/>
            <a:ext cx="6126480" cy="3474720"/>
          </a:xfrm>
          <a:prstGeom prst="roundRect">
            <a:avLst>
              <a:gd name="adj" fmla="val 2632"/>
            </a:avLst>
          </a:prstGeom>
          <a:solidFill>
            <a:srgbClr val="EAF0DC"/>
          </a:solidFill>
          <a:ln w="12700">
            <a:solidFill>
              <a:srgbClr val="4B53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9144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325880"/>
            <a:ext cx="5760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Option A — Event-driven emit.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order is activated, a Power Automate flow immediately emits the canonical Order record (EDIPI, StateOrderNumber, dates, StateCode, UIC, OrderType=SAD) to GAPS. The existing 0600 PERSTAT flow appends daily accountability. State pay data stays in the state system — FORCAST never sees 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4480560"/>
            <a:ext cx="11612880" cy="2103120"/>
          </a:xfrm>
          <a:prstGeom prst="roundRect">
            <a:avLst>
              <a:gd name="adj" fmla="val 4348"/>
            </a:avLst>
          </a:prstGeom>
          <a:solidFill>
            <a:srgbClr val="FFF8DC"/>
          </a:solidFill>
          <a:ln w="12700">
            <a:solidFill>
              <a:srgbClr val="8B7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Positive: FORCAST receives timely, clean data. State retains full operational autonomy. The integration boundary is explicit and auditable — you know exactly what left the state system and when.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Negative: Flow failures mean GAPS has stale data. Need retry logic and an alert mechanism. StateOrderNumber format must be agreed with NGB upfront — it is the deduplication key. If states push more than the canonical fields, FORCAST integrity degrades for all states.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2026-04-03T00:28:07Z</dcterms:created>
  <dcterms:modified xsi:type="dcterms:W3CDTF">2026-04-03T00:28:07Z</dcterms:modified>
</cp:coreProperties>
</file>