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0"/>
            <a:ext cx="73152" cy="2377440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500" kern="0" dirty="0">
                <a:solidFill>
                  <a:srgbClr val="0D7490"/>
                </a:solidFill>
              </a:rPr>
              <a:t>POWER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Security Architecture</a:t>
            </a:r>
            <a:endParaRPr lang="en-US" sz="3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Design Decision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Business Units · Security Roles · Teams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NGB · Power Platform Architecture  |  FORECAST Program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7490"/>
                </a:solidFill>
              </a:rPr>
              <a:t>THE CORE DESIGN DECISION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A0B4CC"/>
                </a:solidFill>
              </a:rPr>
              <a:t>How should products be modeled in a multi-product state environment?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10896" y="914400"/>
            <a:ext cx="2697480" cy="3584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77824"/>
            <a:ext cx="26974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877824"/>
            <a:ext cx="2697480" cy="530352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7782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Products as Business Units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" y="1426464"/>
            <a:ext cx="23682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7490"/>
                </a:solidFill>
              </a:rPr>
              <a:t>Ownership: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Records owned by the user's assigned BU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7490"/>
                </a:solidFill>
              </a:rPr>
              <a:t>Isolation: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Hard wall between BUs by default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7490"/>
                </a:solidFill>
              </a:rPr>
              <a:t>Cross-access: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Requires org-scoped role (exposes everything) or Owner Team spanning BUs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7490"/>
                </a:solidFill>
              </a:rPr>
              <a:t>Best for: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Independent product teams with strictly separate data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D7490"/>
                </a:solidFill>
              </a:rPr>
              <a:t>Risk: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Gets rigid fast — no middle ground between full access and none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55264" y="914400"/>
            <a:ext cx="2697480" cy="3584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877824"/>
            <a:ext cx="26974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877824"/>
            <a:ext cx="2697480" cy="53035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87782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Modernized Matrix BUs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426464"/>
            <a:ext cx="23682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5803D"/>
                </a:solidFill>
              </a:rPr>
              <a:t>Ownership: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Records owned by BU; users cross BU lines freely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5803D"/>
                </a:solidFill>
              </a:rPr>
              <a:t>Isolation: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Data segregated by Owning BU column on each record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5803D"/>
                </a:solidFill>
              </a:rPr>
              <a:t>Cross-access: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Assign roles from each relevant BU to the user (no user move needed)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5803D"/>
                </a:solidFill>
              </a:rPr>
              <a:t>Caveat: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User also needs Basic User role w/ user settings privileges to run apps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5803D"/>
                </a:solidFill>
              </a:rPr>
              <a:t>Group mapping: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M365 group (security-enabled) → Dataverse group team → BU role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9632" y="914400"/>
            <a:ext cx="2697480" cy="358444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3056" y="877824"/>
            <a:ext cx="269748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877824"/>
            <a:ext cx="2697480" cy="530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87782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Products as Roles Only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27648" y="1426464"/>
            <a:ext cx="23682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7706"/>
                </a:solidFill>
              </a:rPr>
              <a:t>Ownership: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All records in one flat BU hierarchy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7706"/>
                </a:solidFill>
              </a:rPr>
              <a:t>Isolation: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Separation only through role privileges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7706"/>
                </a:solidFill>
              </a:rPr>
              <a:t>Cross-access: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Easy — just assign additional roles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7706"/>
                </a:solidFill>
              </a:rPr>
              <a:t>Best for: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Tightly coupled products, small teams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D97706"/>
                </a:solidFill>
              </a:rPr>
              <a:t>Risk:</a:t>
            </a:r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  Access is additive — hard to restrict once granted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4800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572000"/>
            <a:ext cx="54864" cy="4800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" y="4572000"/>
            <a:ext cx="157276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15803D"/>
                </a:solidFill>
              </a:rPr>
              <a:t>RECOMMENDATION  ▸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828800" y="4572000"/>
            <a:ext cx="71323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7F3D0"/>
                </a:solidFill>
              </a:rPr>
              <a:t>Enable Modernized BUs. Map each product to its own BU. Use security-enabled M365 groups (via Dynamics 365 / Outlook) as group teams — one group per BU, role assigned at the BU level. Users working across products get roles from multiple BUs without reassignment.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7490"/>
                </a:solidFill>
              </a:rPr>
              <a:t>MODERNIZED BU MODEL — HOW IT MAPS TO YOUR ORG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023360" cy="54864"/>
          </a:xfrm>
          <a:prstGeom prst="rect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778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Recommended Structure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3566160" cy="402336"/>
          </a:xfrm>
          <a:prstGeom prst="rect">
            <a:avLst/>
          </a:prstGeom>
          <a:solidFill>
            <a:srgbClr val="1B3A6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258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Environment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15179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0B4CC"/>
                </a:solidFill>
              </a:rPr>
              <a:t>One per deployment tier (Dev / UAT / Prod)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3291840" cy="402336"/>
          </a:xfrm>
          <a:prstGeom prst="rect">
            <a:avLst/>
          </a:prstGeom>
          <a:solidFill>
            <a:srgbClr val="E0F2F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3794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Root BU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96112" y="20299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NGB — top of the hierarchy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05840" y="2340864"/>
            <a:ext cx="3017520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3500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Child BU: FORECAST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70432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Owns pay execution records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05840" y="2852928"/>
            <a:ext cx="3017520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862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Child BU: Readiness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70432" y="305409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Owns readiness data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005840" y="3364992"/>
            <a:ext cx="3017520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3374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Child BU: Recruiting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70432" y="3566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Owns recruiting data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005840" y="3877056"/>
            <a:ext cx="3017520" cy="402336"/>
          </a:xfrm>
          <a:prstGeom prst="rect">
            <a:avLst/>
          </a:prstGeom>
          <a:solidFill>
            <a:srgbClr val="F0FDF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3886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Child BU: [Other Products]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70432" y="40782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Add as needed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0" y="822960"/>
            <a:ext cx="4297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822960"/>
            <a:ext cx="4297680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8778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The Three Governing Rules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36592" y="1316736"/>
            <a:ext cx="347472" cy="347472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75504" y="13167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One M365 group per BU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168249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Create a security-enabled Microsoft 365 group for each child BU (can be done through Dynamics 365 / Outlook). Map each group to a Dataverse group team. Assign the BU security role to that team. Add users to the M365 group — access is automatic.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36592" y="2414016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2414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75504" y="24140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Roles live at the BU level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36592" y="277977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Security roles are scoped to a BU. Cross-BU users get roles from each relevant BU — no need to move them. Requires Modernized BU (matrix) feature to be enabled in the environment.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3511296"/>
            <a:ext cx="347472" cy="347472"/>
          </a:xfrm>
          <a:prstGeom prst="ellipse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75504" y="35112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Owner Teams for record ownership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36592" y="387705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75569"/>
                </a:solidFill>
              </a:rPr>
              <a:t>Use Owner Teams where product teams collectively own records. Access Teams are for ad-hoc sharing exceptions only — keep them rare, as they are harder to audit and troubleshoot.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F2347"/>
          </a:solidFill>
          <a:ln w="12700">
            <a:solidFill>
              <a:srgbClr val="0F23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681728"/>
            <a:ext cx="82296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NGB · Power Platform Architecture  |  FORECAST Program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2026-04-15T00:19:11Z</dcterms:created>
  <dcterms:modified xsi:type="dcterms:W3CDTF">2026-04-15T00:19:11Z</dcterms:modified>
</cp:coreProperties>
</file>